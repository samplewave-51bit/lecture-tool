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CS301: Lecture 05 - Transformers &amp; Self-Attention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Recurrent Architectures to the Transformer</a:t>
            </a:r>
          </a:p>
          <a:p>
            <a:r>
              <a:t>Instructor: Prof. Elena Vance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Bottlenecks of RNNs &amp; LSTMs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Processing Constraint:</a:t>
            </a:r>
          </a:p>
          <a:p>
            <a:r>
              <a:t>- RNNs process tokens sequentially step-by-step: h_t = f(h_t-1, x_t)</a:t>
            </a:r>
          </a:p>
          <a:p>
            <a:r>
              <a:t>- Sequential dependency prohibits GPU hardware parallelization during training</a:t>
            </a:r>
          </a:p>
          <a:p>
            <a:r>
              <a:t>- Information bottleneck: Long-term memory degrades over long sequences (&gt; 50-100 steps)</a:t>
            </a:r>
          </a:p>
          <a:p>
            <a:r>
              <a:t>- Solution: Attention Mechanism allows direct token-to-token connections!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Scaled Dot-Product Attention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 Formulation (Vaswani et al. 2017):</a:t>
            </a:r>
          </a:p>
          <a:p>
            <a:r>
              <a:t>Attention(Q, K, V) = softmax((Q * K^T) / sqrt(d_k)) * V</a:t>
            </a:r>
          </a:p>
          <a:p>
            <a:r>
              <a:t>- Q (Queries): Projections of input tokens looking for information</a:t>
            </a:r>
          </a:p>
          <a:p>
            <a:r>
              <a:t>- K (Keys): Projections of tokens indicating what content they hold</a:t>
            </a:r>
          </a:p>
          <a:p>
            <a:r>
              <a:t>- V (Values): The actual information representation to aggregate</a:t>
            </a:r>
          </a:p>
          <a:p>
            <a:r>
              <a:t>- Scaling factor 1 / sqrt(d_k): Prevents large dot-products from pushing softmax into regions with tiny vanishing gradients!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Multi-Head Attention &amp;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 of Transformer Architecture:</a:t>
            </a:r>
          </a:p>
          <a:p>
            <a:r>
              <a:t>1. Multi-Head Attention: Projects Q, K, V into h different subspaces, allowing the model to attend to different aspects (e.g. grammar, tense, semantics) simultaneously.</a:t>
            </a:r>
          </a:p>
          <a:p>
            <a:r>
              <a:t>2. Positional Encoding: Because self-attention is permutation-invariant, positional sinusoidal encodings PE(pos, 2i) = sin(pos / 10000^(2i/d)) are added to token embeddings.</a:t>
            </a:r>
          </a:p>
          <a:p>
            <a:r>
              <a:t>3. Layer Normalization &amp; Residual Connections: y = LayerNorm(x + Sublayer(x)) enables stable gradient flow through hundreds of layers.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